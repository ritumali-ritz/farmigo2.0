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E7D32"/>
                </a:solidFill>
              </a:defRPr>
            </a:pPr>
            <a:r>
              <a:t>Farmiga: Farm to Table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Bridging the Gap Between Farmers and Consumers</a:t>
            </a:r>
          </a:p>
          <a:p/>
          <a:p>
            <a:r>
              <a:t>Developed by Ritex Studios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Farmiga is a direct-to-consumer marketplace app.</a:t>
            </a:r>
          </a:p>
          <a:p>
            <a:pPr>
              <a:defRPr sz="2200">
                <a:latin typeface="Arial"/>
              </a:defRPr>
            </a:pPr>
            <a:r>
              <a:t>It connects local farmers directly with buyers.</a:t>
            </a:r>
          </a:p>
          <a:p>
            <a:pPr>
              <a:defRPr sz="2200">
                <a:latin typeface="Arial"/>
              </a:defRPr>
            </a:pPr>
            <a:r>
              <a:t>Eliminates middlemen, ensuring fresher produce and better prices.</a:t>
            </a:r>
          </a:p>
          <a:p>
            <a:pPr>
              <a:defRPr sz="2200">
                <a:latin typeface="Arial"/>
              </a:defRPr>
            </a:pPr>
            <a:r>
              <a:t>Built with modern cross-platform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Farmers get low prices due to middlemen.</a:t>
            </a:r>
          </a:p>
          <a:p>
            <a:pPr>
              <a:defRPr sz="2200">
                <a:latin typeface="Arial"/>
              </a:defRPr>
            </a:pPr>
            <a:r>
              <a:t>Consumers pay high prices for stale produce.</a:t>
            </a:r>
          </a:p>
          <a:p>
            <a:pPr>
              <a:defRPr sz="2200">
                <a:latin typeface="Arial"/>
              </a:defRPr>
            </a:pPr>
            <a:r>
              <a:t>Lack of transparency in the supply chain.</a:t>
            </a:r>
          </a:p>
          <a:p>
            <a:pPr>
              <a:defRPr sz="2200">
                <a:latin typeface="Arial"/>
              </a:defRPr>
            </a:pPr>
            <a:r>
              <a:t>Difficulty in finding organic, local food 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The Solution: Farmiga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A unified platform for Farmers and Buyers.</a:t>
            </a:r>
          </a:p>
          <a:p>
            <a:pPr>
              <a:defRPr sz="2200">
                <a:latin typeface="Arial"/>
              </a:defRPr>
            </a:pPr>
            <a:r>
              <a:t>Farmers list products with their own prices.</a:t>
            </a:r>
          </a:p>
          <a:p>
            <a:pPr>
              <a:defRPr sz="2200">
                <a:latin typeface="Arial"/>
              </a:defRPr>
            </a:pPr>
            <a:r>
              <a:t>Buyers order fresh produce for home delivery.</a:t>
            </a:r>
          </a:p>
          <a:p>
            <a:pPr>
              <a:defRPr sz="2200">
                <a:latin typeface="Arial"/>
              </a:defRPr>
            </a:pPr>
            <a:r>
              <a:t>Transparent pricing and direct connection.</a:t>
            </a:r>
          </a:p>
          <a:p>
            <a:pPr>
              <a:defRPr sz="2200">
                <a:latin typeface="Arial"/>
              </a:defRPr>
            </a:pPr>
            <a:r>
              <a:t>Rating and review system for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Frontend: Flutter (Dart) - Cross-platform (Android/iOS/Web).</a:t>
            </a:r>
          </a:p>
          <a:p>
            <a:pPr>
              <a:defRPr sz="2200">
                <a:latin typeface="Arial"/>
              </a:defRPr>
            </a:pPr>
            <a:r>
              <a:t>Backend: Firebase (Auth, Firestore DB).</a:t>
            </a:r>
          </a:p>
          <a:p>
            <a:pPr>
              <a:defRPr sz="2200">
                <a:latin typeface="Arial"/>
              </a:defRPr>
            </a:pPr>
            <a:r>
              <a:t>Notifications: Flutter Local Notifications &amp; FCM.</a:t>
            </a:r>
          </a:p>
          <a:p>
            <a:pPr>
              <a:defRPr sz="2200">
                <a:latin typeface="Arial"/>
              </a:defRPr>
            </a:pPr>
            <a:r>
              <a:t>Architecture: MVVM with Provider State Management.</a:t>
            </a:r>
          </a:p>
          <a:p>
            <a:pPr>
              <a:defRPr sz="2200">
                <a:latin typeface="Arial"/>
              </a:defRPr>
            </a:pPr>
            <a:r>
              <a:t>IDE: VS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Role-based Authentication (Farmer/Buyer).</a:t>
            </a:r>
          </a:p>
          <a:p>
            <a:pPr>
              <a:defRPr sz="2200">
                <a:latin typeface="Arial"/>
              </a:defRPr>
            </a:pPr>
            <a:r>
              <a:t>Smart Product Image Matching.</a:t>
            </a:r>
          </a:p>
          <a:p>
            <a:pPr>
              <a:defRPr sz="2200">
                <a:latin typeface="Arial"/>
              </a:defRPr>
            </a:pPr>
            <a:r>
              <a:t>Real-time Order Notifications.</a:t>
            </a:r>
          </a:p>
          <a:p>
            <a:pPr>
              <a:defRPr sz="2200">
                <a:latin typeface="Arial"/>
              </a:defRPr>
            </a:pPr>
            <a:r>
              <a:t>Dynamic Promotional Banners.</a:t>
            </a:r>
          </a:p>
          <a:p>
            <a:pPr>
              <a:defRPr sz="2200">
                <a:latin typeface="Arial"/>
              </a:defRPr>
            </a:pPr>
            <a:r>
              <a:t>Order Tracking (Active/Past history).</a:t>
            </a:r>
          </a:p>
          <a:p>
            <a:pPr>
              <a:defRPr sz="2200">
                <a:latin typeface="Arial"/>
              </a:defRPr>
            </a:pPr>
            <a:r>
              <a:t>Geolocation for Address.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Buyer:</a:t>
            </a:r>
          </a:p>
          <a:p>
            <a:pPr>
              <a:defRPr sz="2200">
                <a:latin typeface="Arial"/>
              </a:defRPr>
            </a:pPr>
            <a:r>
              <a:t>  - Browse categories (Fruits, Veg, Dairy).</a:t>
            </a:r>
          </a:p>
          <a:p>
            <a:pPr>
              <a:defRPr sz="2200">
                <a:latin typeface="Arial"/>
              </a:defRPr>
            </a:pPr>
            <a:r>
              <a:t>  - Add to Cart &amp; Checkout.</a:t>
            </a:r>
          </a:p>
          <a:p>
            <a:pPr>
              <a:defRPr sz="2200">
                <a:latin typeface="Arial"/>
              </a:defRPr>
            </a:pPr>
            <a:r>
              <a:t>  - Track Order Status.</a:t>
            </a:r>
          </a:p>
          <a:p>
            <a:pPr>
              <a:defRPr sz="2200">
                <a:latin typeface="Arial"/>
              </a:defRPr>
            </a:pPr>
            <a:r>
              <a:t>Farmer:</a:t>
            </a:r>
          </a:p>
          <a:p>
            <a:pPr>
              <a:defRPr sz="2200">
                <a:latin typeface="Arial"/>
              </a:defRPr>
            </a:pPr>
            <a:r>
              <a:t>  - Manage Inventory (Add/Edit/Delete products).</a:t>
            </a:r>
          </a:p>
          <a:p>
            <a:pPr>
              <a:defRPr sz="2200">
                <a:latin typeface="Arial"/>
              </a:defRPr>
            </a:pPr>
            <a:r>
              <a:t>  - View &amp; Manage Incoming Orders.</a:t>
            </a:r>
          </a:p>
          <a:p>
            <a:pPr>
              <a:defRPr sz="2200">
                <a:latin typeface="Arial"/>
              </a:defRPr>
            </a:pPr>
            <a:r>
              <a:t>  - Business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7D32"/>
                </a:solidFill>
              </a:defRPr>
            </a:pPr>
            <a:r>
              <a:t>Buyer Home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[INSERT SCREENSHOT: Buyer Home with Banners &amp; Categories]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Feature: Dynamic Banners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Carousel Slider with clean animations.</a:t>
            </a:r>
          </a:p>
          <a:p>
            <a:pPr>
              <a:defRPr sz="2200">
                <a:latin typeface="Arial"/>
              </a:defRPr>
            </a:pPr>
            <a:r>
              <a:t>Custom artistic gradients &amp; shapes.</a:t>
            </a:r>
          </a:p>
          <a:p>
            <a:pPr>
              <a:defRPr sz="2200">
                <a:latin typeface="Arial"/>
              </a:defRPr>
            </a:pPr>
            <a:r>
              <a:t>Support for real promotional images.</a:t>
            </a:r>
          </a:p>
          <a:p>
            <a:pPr>
              <a:defRPr sz="2200">
                <a:latin typeface="Arial"/>
              </a:defRPr>
            </a:pPr>
            <a:r>
              <a:t>Auto-play with page indicators.</a:t>
            </a:r>
          </a:p>
          <a:p>
            <a:pPr>
              <a:defRPr sz="2200">
                <a:latin typeface="Arial"/>
              </a:defRPr>
            </a:pPr>
            <a:r>
              <a:t>Showcases offers and seasonal products.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Feature: Smart Image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Solves the 'product photo' problem for farmers.</a:t>
            </a:r>
          </a:p>
          <a:p>
            <a:pPr>
              <a:defRPr sz="2200">
                <a:latin typeface="Arial"/>
              </a:defRPr>
            </a:pPr>
            <a:r>
              <a:t>Automatically suggests high-quality images based on keywords.</a:t>
            </a:r>
          </a:p>
          <a:p>
            <a:pPr>
              <a:defRPr sz="2200">
                <a:latin typeface="Arial"/>
              </a:defRPr>
            </a:pPr>
            <a:r>
              <a:t>Supports Hindi &amp; English terms (e.g., 'Aloo', 'Potato').</a:t>
            </a:r>
          </a:p>
          <a:p>
            <a:pPr>
              <a:defRPr sz="2200">
                <a:latin typeface="Arial"/>
              </a:defRPr>
            </a:pPr>
            <a:r>
              <a:t>Uses curated local asset library for speed.</a:t>
            </a:r>
          </a:p>
          <a:p>
            <a:pPr>
              <a:defRPr sz="2200">
                <a:latin typeface="Arial"/>
              </a:defRPr>
            </a:pPr>
            <a:r>
              <a:t>Ensures a consistent, professional catalog look.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7D32"/>
                </a:solidFill>
              </a:defRPr>
            </a:pPr>
            <a:r>
              <a:t>Buying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[INSERT SCREENSHOT: Product Details -&gt; Cart -&gt; Order Success]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7D32"/>
                </a:solidFill>
              </a:defRPr>
            </a:pPr>
            <a:r>
              <a:t>Selling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[INSERT SCREENSHOT: Add Product Screen -&gt; Farmer Dashboard]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Tech Deep Dive: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Instant feedback for critical actions.</a:t>
            </a:r>
          </a:p>
          <a:p>
            <a:pPr>
              <a:defRPr sz="2200">
                <a:latin typeface="Arial"/>
              </a:defRPr>
            </a:pPr>
            <a:r>
              <a:t>Buyer: 'Order Placed Successfully!'</a:t>
            </a:r>
          </a:p>
          <a:p>
            <a:pPr>
              <a:defRPr sz="2200">
                <a:latin typeface="Arial"/>
              </a:defRPr>
            </a:pPr>
            <a:r>
              <a:t>Farmer: 'New Order Received!' (even in background).</a:t>
            </a:r>
          </a:p>
          <a:p>
            <a:pPr>
              <a:defRPr sz="2200">
                <a:latin typeface="Arial"/>
              </a:defRPr>
            </a:pPr>
            <a:r>
              <a:t>Implemented using flutter_local_notifications.</a:t>
            </a:r>
          </a:p>
          <a:p>
            <a:pPr>
              <a:defRPr sz="2200">
                <a:latin typeface="Arial"/>
              </a:defRPr>
            </a:pPr>
            <a:r>
              <a:t>No expensive backend server required.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Order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Split view for 'Active' and 'Past' orders.</a:t>
            </a:r>
          </a:p>
          <a:p>
            <a:pPr>
              <a:defRPr sz="2200">
                <a:latin typeface="Arial"/>
              </a:defRPr>
            </a:pPr>
            <a:r>
              <a:t>Status tracking: Pending -&gt; Accepted -&gt; Shipped -&gt; Delivered.</a:t>
            </a:r>
          </a:p>
          <a:p>
            <a:pPr>
              <a:defRPr sz="2200">
                <a:latin typeface="Arial"/>
              </a:defRPr>
            </a:pPr>
            <a:r>
              <a:t>Client-side sorting ensures latest orders appear first.</a:t>
            </a:r>
          </a:p>
          <a:p>
            <a:pPr>
              <a:defRPr sz="2200">
                <a:latin typeface="Arial"/>
              </a:defRPr>
            </a:pPr>
            <a:r>
              <a:t>Prevents order loss and confusion.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Profile &amp;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Premium Glassmorphism UI cards.</a:t>
            </a:r>
          </a:p>
          <a:p>
            <a:pPr>
              <a:defRPr sz="2200">
                <a:latin typeface="Arial"/>
              </a:defRPr>
            </a:pPr>
            <a:r>
              <a:t>Quick access to Support, Orders, and About.</a:t>
            </a:r>
          </a:p>
          <a:p>
            <a:pPr>
              <a:defRPr sz="2200">
                <a:latin typeface="Arial"/>
              </a:defRPr>
            </a:pPr>
            <a:r>
              <a:t>Secure Logout functionality.</a:t>
            </a:r>
          </a:p>
          <a:p>
            <a:pPr>
              <a:defRPr sz="2200">
                <a:latin typeface="Arial"/>
              </a:defRPr>
            </a:pPr>
            <a:r>
              <a:t>Editable profile details.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1. Firestore Indexing Errors -&gt; Solved via Client-side sorting.</a:t>
            </a:r>
          </a:p>
          <a:p>
            <a:pPr>
              <a:defRPr sz="2200">
                <a:latin typeface="Arial"/>
              </a:defRPr>
            </a:pPr>
            <a:r>
              <a:t>2. Image Zoom Issues -&gt; Fixed using BoxFit.contain.</a:t>
            </a:r>
          </a:p>
          <a:p>
            <a:pPr>
              <a:defRPr sz="2200">
                <a:latin typeface="Arial"/>
              </a:defRPr>
            </a:pPr>
            <a:r>
              <a:t>3. Missing Permissions -&gt; Added Geolocation &amp; Notification permissions.</a:t>
            </a:r>
          </a:p>
          <a:p>
            <a:pPr>
              <a:defRPr sz="2200">
                <a:latin typeface="Arial"/>
              </a:defRPr>
            </a:pPr>
            <a:r>
              <a:t>4. Build Errors -&gt; Fixed Gradle desugaring dependencies.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Integration of UPI Payments (Razorpay/Paytm).</a:t>
            </a:r>
          </a:p>
          <a:p>
            <a:pPr>
              <a:defRPr sz="2200">
                <a:latin typeface="Arial"/>
              </a:defRPr>
            </a:pPr>
            <a:r>
              <a:t>AI-based Price Suggestions for Farmers.</a:t>
            </a:r>
          </a:p>
          <a:p>
            <a:pPr>
              <a:defRPr sz="2200">
                <a:latin typeface="Arial"/>
              </a:defRPr>
            </a:pPr>
            <a:r>
              <a:t>Delivery Partner App integration.</a:t>
            </a:r>
          </a:p>
          <a:p>
            <a:pPr>
              <a:defRPr sz="2200">
                <a:latin typeface="Arial"/>
              </a:defRPr>
            </a:pPr>
            <a:r>
              <a:t>Multi-language support (Hindi/Regional).</a:t>
            </a:r>
          </a:p>
          <a:p>
            <a:pPr>
              <a:defRPr sz="2200">
                <a:latin typeface="Arial"/>
              </a:defRPr>
            </a:pPr>
            <a:r>
              <a:t>Chat feature between Farmer and Buyer.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Project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latin typeface="Arial"/>
              </a:defRPr>
            </a:pPr>
            <a:r>
              <a:t>Empowers small-scale farmers.</a:t>
            </a:r>
          </a:p>
          <a:p>
            <a:pPr>
              <a:defRPr sz="2200">
                <a:latin typeface="Arial"/>
              </a:defRPr>
            </a:pPr>
            <a:r>
              <a:t>Provides healthy food options to ubran areas.</a:t>
            </a:r>
          </a:p>
          <a:p>
            <a:pPr>
              <a:defRPr sz="2200">
                <a:latin typeface="Arial"/>
              </a:defRPr>
            </a:pPr>
            <a:r>
              <a:t>Reduces food waste through direct selling.</a:t>
            </a:r>
          </a:p>
          <a:p>
            <a:pPr>
              <a:defRPr sz="2200">
                <a:latin typeface="Arial"/>
              </a:defRPr>
            </a:pPr>
            <a:r>
              <a:t>Scalable, modern, and user-friendly solution.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7D32"/>
                </a:solidFill>
              </a:defRPr>
            </a:pPr>
            <a:r>
              <a:t>App Gallery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[INSERT COLLAGE OF APP SCREENS: Profile, Splash, Login]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E7D32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Contact: ritexstudios@farmigo.com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